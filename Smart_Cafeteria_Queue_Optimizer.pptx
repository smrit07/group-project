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87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2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2633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Cafeteria &amp;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 Queue Optimizer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Event Simulation (DES) + Live Management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Reducing wait times  ·  Optimizing resources  ·  Data-driven operations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Cafeterias Struggle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Queues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cs typeface="Arial" pitchFamily="34" charset="-120"/>
              </a:rPr>
              <a:t>People have to wait in long lines for food and payment, which takes a lot of time and causes </a:t>
            </a:r>
          </a:p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cs typeface="Arial" pitchFamily="34" charset="-120"/>
              </a:rPr>
              <a:t>frustration.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32588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7492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Uneven Resource Use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07492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food stations are too busy while others have very few customers. Staff and supplies are not balanced.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7180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Visibility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Managers do not have live updates on waiting times, customer demand, or station performance.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97180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2971800"/>
            <a:ext cx="91440" cy="1463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&amp; Inefficiency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7492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Preparing too much food , having too few staff, and fixed schedules causes food waste and increase costs.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Aim to Achieve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CCFB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/>
              <a:t>We want to build a smart cafeteria system that uses simulation to plan ahead and live data to manage daily operations. This will help reduce waiting time, use staff and resources better, and give customer a better dining experience.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234043" y="3749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Test how the cafeteria will work before is opens. This helps us understand how customers move, which food stations are busy, and customer demand.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333756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337560"/>
            <a:ext cx="249718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749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Track queues, food stations, and staff in real time. This helps managers see what is happening and make better decisions. 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621792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33375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83877" y="374904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Use the collected data to improve staff schedules, station assignments, and customers flow. This reduces waiting time, saves resources, and improves service.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BUILDING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System Components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2057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Simulation Engine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377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Model stations, servers &amp; customer flow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Test “what-if” scenarios offline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Estimate wait times &amp; throughput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28016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560320" y="1280160"/>
            <a:ext cx="2057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9748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Management Layer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697480" y="2377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Real-time queue &amp; occupancy data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Staff and station status tracking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Alerts for bottlenecks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754880" y="1280160"/>
            <a:ext cx="2057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9204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Module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2377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Dynamic resource allocation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Staffing &amp; menu recommendations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Queue routing suggestions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1280160"/>
            <a:ext cx="2057400" cy="33832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949440" y="1280160"/>
            <a:ext cx="2057400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086600" y="160020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 &amp; Interfaces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237744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Manager control panel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97180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Staff mobile view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35661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Customer wait-time display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+ Live Management Together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40233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Event Simulation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0116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&amp; Predict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digital twin of the cafeteria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peak hours, station layouts, staffing levels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bottlenecks before they happen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alternative designs and policies offline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280160"/>
            <a:ext cx="4023360" cy="50292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Management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983480" y="2011680"/>
            <a:ext cx="3566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in Real Time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 live queue, sales, and sensor data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current bottlenecks and imbalances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 or trigger staff reallocation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customer displays and routing guidance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Should Do in This Project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25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&amp; Collect Data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cs typeface="Arial" pitchFamily="34" charset="-120"/>
              </a:rPr>
              <a:t>Collect information about the cafeteria, such as the layout, busy hours, waiting time, and customer arrivals.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325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2900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DES Model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Create a simulation model to test how customers move through the cafeteria and use different stations.</a:t>
            </a:r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13258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3716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12280" y="1371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cs typeface="Arial" pitchFamily="34" charset="-120"/>
              </a:rPr>
              <a:t>Set up live data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Collect real-time data from queues, food stations, and staff to monitor cafeteria operations.</a:t>
            </a:r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292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6012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cs typeface="Arial" pitchFamily="34" charset="-120"/>
              </a:rPr>
              <a:t>Improve the system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cs typeface="Arial" pitchFamily="34" charset="-120"/>
              </a:rPr>
              <a:t>Use the simulation and live data to suggest better staff allocation and customer routing.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342900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2900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88620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dashboard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D4A5C"/>
                </a:solidFill>
                <a:latin typeface="Arial" pitchFamily="34" charset="0"/>
                <a:cs typeface="Arial" pitchFamily="34" charset="-120"/>
              </a:rPr>
              <a:t>Create an easy-to-use dashboard for managers to monitor the cafeteria and view waiting times.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27432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6355080" y="32004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355080" y="32461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2461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&amp; improve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370332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/>
              <a:t>Test the system, check the results, and make improvements until it works better.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BENEFITS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of the System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9144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Shorter Wait Times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Reduce queues and help customers get their food faster.</a:t>
            </a:r>
          </a:p>
        </p:txBody>
      </p:sp>
      <p:sp>
        <p:nvSpPr>
          <p:cNvPr id="8" name="Shape 6"/>
          <p:cNvSpPr/>
          <p:nvPr/>
        </p:nvSpPr>
        <p:spPr>
          <a:xfrm>
            <a:off x="3291840" y="12801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91840" y="1280160"/>
            <a:ext cx="9144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Throughput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Serve more customers during busy hours without hiring more staff.</a:t>
            </a:r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0" y="1280160"/>
            <a:ext cx="9144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1554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food waste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Prepare the right amount of food and reduce waste.</a:t>
            </a:r>
          </a:p>
        </p:txBody>
      </p:sp>
      <p:sp>
        <p:nvSpPr>
          <p:cNvPr id="16" name="Shape 14"/>
          <p:cNvSpPr/>
          <p:nvPr/>
        </p:nvSpPr>
        <p:spPr>
          <a:xfrm>
            <a:off x="365760" y="30175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3017520"/>
            <a:ext cx="9144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7200" y="3300153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Customer Experience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Provide faster service and a smoother dining experience.</a:t>
            </a:r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3291840" y="3017520"/>
            <a:ext cx="9144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56616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Decision Making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/>
              <a:t>Use real-time data to help managers make better decisions.</a:t>
            </a:r>
          </a:p>
        </p:txBody>
      </p:sp>
      <p:sp>
        <p:nvSpPr>
          <p:cNvPr id="24" name="Shape 22"/>
          <p:cNvSpPr/>
          <p:nvPr/>
        </p:nvSpPr>
        <p:spPr>
          <a:xfrm>
            <a:off x="6217920" y="301752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3017520"/>
            <a:ext cx="91440" cy="1554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Model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749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cs typeface="Arial" pitchFamily="34" charset="-120"/>
              </a:rPr>
              <a:t>The system can be used in other cafeterias with only small changes.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Implementation Plan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Research &amp; Plan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116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0292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Site study &amp; data collection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Process mapping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Initial DES model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320" y="12801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651760" y="1325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Core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0320" y="20116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69748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Simulation refinement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Live data connectors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Basic optimization rules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46320" y="1325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84632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Test Run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0116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Manager dashboard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9204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Staff alerts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Limited live pilot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949440" y="1280160"/>
            <a:ext cx="205740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040880" y="13258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40880" y="16002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Full Launch &amp; Tweaks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949440" y="2011680"/>
            <a:ext cx="2057400" cy="237744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086600" y="22402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deployment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086600" y="27889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Performance review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333756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Model retraining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combine offline DES modeling with real-time live management to both predict and actively control cafeteria queues and resources.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103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103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work spans data collection, simulation, live data pipelines, optimization logic, and user-facing dashboards.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71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is measured by shorter wait times, higher throughput, less waste, and better operational decisions.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8404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40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D4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phased approach—model first, then pilot live features—keeps risk low and learning high.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turn simulation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smarter operations.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data collection and a first DES model of the target cafeteria.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layer live monitoring and optimization on top.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480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Cafeteria &amp; Resource Queue Optimizer  ·  DES + Live Management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834</TotalTime>
  <Words>834</Words>
  <Application>Microsoft Macintosh PowerPoint</Application>
  <PresentationFormat>On-screen Show (16:9)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Cafeteria &amp; Resource Queue Optimizer</dc:title>
  <dc:subject>DES + Live Management Project Overview</dc:subject>
  <dc:creator>Project Team</dc:creator>
  <cp:lastModifiedBy>smritichaulagain47@gmail.com</cp:lastModifiedBy>
  <cp:revision>10</cp:revision>
  <dcterms:created xsi:type="dcterms:W3CDTF">2026-08-01T14:07:05Z</dcterms:created>
  <dcterms:modified xsi:type="dcterms:W3CDTF">2026-08-03T15:25:16Z</dcterms:modified>
</cp:coreProperties>
</file>